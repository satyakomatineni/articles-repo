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6858000" cy="9144000" type="letter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3042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DFFD-B217-45E4-B2D1-D18BBE0DAC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FC60-5CFB-40D4-AC0B-BB651583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33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DFFD-B217-45E4-B2D1-D18BBE0DAC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FC60-5CFB-40D4-AC0B-BB651583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4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DFFD-B217-45E4-B2D1-D18BBE0DAC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FC60-5CFB-40D4-AC0B-BB651583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1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DFFD-B217-45E4-B2D1-D18BBE0DAC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FC60-5CFB-40D4-AC0B-BB651583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5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DFFD-B217-45E4-B2D1-D18BBE0DAC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FC60-5CFB-40D4-AC0B-BB651583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88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DFFD-B217-45E4-B2D1-D18BBE0DAC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FC60-5CFB-40D4-AC0B-BB651583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33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DFFD-B217-45E4-B2D1-D18BBE0DAC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FC60-5CFB-40D4-AC0B-BB651583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47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DFFD-B217-45E4-B2D1-D18BBE0DAC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FC60-5CFB-40D4-AC0B-BB651583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65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DFFD-B217-45E4-B2D1-D18BBE0DAC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FC60-5CFB-40D4-AC0B-BB651583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3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DFFD-B217-45E4-B2D1-D18BBE0DAC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FC60-5CFB-40D4-AC0B-BB651583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3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DFFD-B217-45E4-B2D1-D18BBE0DAC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FC60-5CFB-40D4-AC0B-BB651583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4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EDFFD-B217-45E4-B2D1-D18BBE0DACCE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5FC60-5CFB-40D4-AC0B-BB6515835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5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25F1C-D28E-A896-F20F-E1E09CEE8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33362"/>
            <a:ext cx="5810250" cy="867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0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E1F30-D6B3-A739-DF15-CBD960F60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33362"/>
            <a:ext cx="5810250" cy="867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64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6542BF-757A-0521-7C6C-526B6361C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53" y="564414"/>
            <a:ext cx="6431493" cy="801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705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309937-E03F-AB1B-9E96-83B84B339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87" y="1022684"/>
            <a:ext cx="6353426" cy="632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434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0</Words>
  <Application>Microsoft Office PowerPoint</Application>
  <PresentationFormat>Letter Paper (8.5x11 in)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Komatineni</dc:creator>
  <cp:lastModifiedBy>Satya Komatineni</cp:lastModifiedBy>
  <cp:revision>1</cp:revision>
  <cp:lastPrinted>2026-06-28T12:40:49Z</cp:lastPrinted>
  <dcterms:created xsi:type="dcterms:W3CDTF">2026-06-28T12:37:30Z</dcterms:created>
  <dcterms:modified xsi:type="dcterms:W3CDTF">2026-06-28T12:43:04Z</dcterms:modified>
</cp:coreProperties>
</file>