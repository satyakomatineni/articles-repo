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Protocol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MCP Client Lives: Claude.ai vs Claude Desktop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Enterprise Integration Guide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66798768304_WhatsApp_Image_2025-12-26_at_8_23_05_P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82880"/>
            <a:ext cx="8778240" cy="4663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66798799349_WhatsApp_Image_2025-12-26_at_8_23_38_P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82880"/>
            <a:ext cx="8778240" cy="4663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66798807068_WhatsApp_Image_2025-12-26_at_8_24_11_P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82880"/>
            <a:ext cx="8778240" cy="4663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66798814940_WhatsApp_Image_2025-12-26_at_8_24_31_P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82880"/>
            <a:ext cx="8778240" cy="4663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Protocol Architecture</dc:title>
  <dc:subject>Model Context Protocol Architecture Diagrams</dc:subject>
  <dc:creator>Claude</dc:creator>
  <cp:lastModifiedBy>Claude</cp:lastModifiedBy>
  <cp:revision>1</cp:revision>
  <dcterms:created xsi:type="dcterms:W3CDTF">2025-12-27T01:27:58Z</dcterms:created>
  <dcterms:modified xsi:type="dcterms:W3CDTF">2025-12-27T01:27:58Z</dcterms:modified>
</cp:coreProperties>
</file>